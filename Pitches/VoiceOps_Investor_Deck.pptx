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VoiceOps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Voice-first incident ingestion</a:t>
            </a:r>
          </a:p>
          <a:p>
            <a:r>
              <a:t>Production-ready by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Incident reporting fails under pressure</a:t>
            </a:r>
          </a:p>
          <a:p>
            <a:pPr lvl="1"/>
            <a:r>
              <a:t>Forms are skipped or filled incorrectly</a:t>
            </a:r>
          </a:p>
          <a:p>
            <a:pPr lvl="1"/>
            <a:r>
              <a:t>Severity is often wrong</a:t>
            </a:r>
          </a:p>
          <a:p>
            <a:pPr lvl="1"/>
            <a:r>
              <a:t>Slow response increases risk and cost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Voice-first incident intake</a:t>
            </a:r>
          </a:p>
          <a:p>
            <a:pPr lvl="1"/>
            <a:r>
              <a:t>Exactly 4 structured questions</a:t>
            </a:r>
          </a:p>
          <a:p>
            <a:pPr lvl="1"/>
            <a:r>
              <a:t>Deterministic severity (sev1–sev4)</a:t>
            </a:r>
          </a:p>
          <a:p>
            <a:pPr lvl="1"/>
            <a:r>
              <a:t>No raw transcripts stored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Voice input via VAPI</a:t>
            </a:r>
          </a:p>
          <a:p>
            <a:pPr lvl="1"/>
            <a:r>
              <a:t>Structured JSON output</a:t>
            </a:r>
          </a:p>
          <a:p>
            <a:pPr lvl="1"/>
            <a:r>
              <a:t>Strict schema validation</a:t>
            </a:r>
          </a:p>
          <a:p>
            <a:pPr lvl="1"/>
            <a:r>
              <a:t>Ready for Jira / PagerDuty / SIEM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VoiceOps Wins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Fixes the first incident report</a:t>
            </a:r>
          </a:p>
          <a:p>
            <a:pPr lvl="1"/>
            <a:r>
              <a:t>Schema-first, production-grade design</a:t>
            </a:r>
          </a:p>
          <a:p>
            <a:pPr lvl="1"/>
            <a:r>
              <a:t>PII redaction and safety by default</a:t>
            </a:r>
          </a:p>
          <a:p>
            <a:pPr lvl="1"/>
            <a:r>
              <a:t>AI assists, rules decide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&amp; ICP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Teams that own incidents</a:t>
            </a:r>
          </a:p>
          <a:p>
            <a:pPr lvl="1"/>
            <a:r>
              <a:t>DevOps &amp; SRE</a:t>
            </a:r>
          </a:p>
          <a:p>
            <a:pPr lvl="1"/>
            <a:r>
              <a:t>Healthcare operations</a:t>
            </a:r>
          </a:p>
          <a:p>
            <a:pPr lvl="1"/>
            <a:r>
              <a:t>Security &amp; compliance teams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B2B SaaS priced per team</a:t>
            </a:r>
          </a:p>
          <a:p>
            <a:pPr lvl="1"/>
            <a:r>
              <a:t>€99–€299 per team / month</a:t>
            </a:r>
          </a:p>
          <a:p>
            <a:pPr lvl="1"/>
            <a:r>
              <a:t>Free pilot → paid conversion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Incident ingestion is infrastructure</a:t>
            </a:r>
          </a:p>
          <a:p>
            <a:pPr lvl="1"/>
            <a:r>
              <a:t>One core platform</a:t>
            </a:r>
          </a:p>
          <a:p>
            <a:pPr lvl="1"/>
            <a:r>
              <a:t>Multiple regulated industries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